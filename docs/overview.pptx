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474720"/>
            <a:ext cx="914400" cy="91440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00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RFQ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見積管理システム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3950208"/>
            <a:ext cx="4114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416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現場の見積業務を、もっとスマートに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課題と解決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よくある課題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3474720" cy="960120"/>
          </a:xfrm>
          <a:prstGeom prst="rect">
            <a:avLst/>
          </a:prstGeom>
          <a:solidFill>
            <a:srgbClr val="2A0F0F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73152" cy="9601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53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手書き・FAXで管理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見積書の作成・保管が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アナログで非効率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3474720" cy="960120"/>
          </a:xfrm>
          <a:prstGeom prst="rect">
            <a:avLst/>
          </a:prstGeom>
          <a:solidFill>
            <a:srgbClr val="2A0F0F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95728"/>
            <a:ext cx="73152" cy="9601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Excel管理の限界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25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バージョン管理・共有が困難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ミスや抜け漏れが発生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3474720" cy="960120"/>
          </a:xfrm>
          <a:prstGeom prst="rect">
            <a:avLst/>
          </a:prstGeom>
          <a:solidFill>
            <a:srgbClr val="2A0F0F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93008"/>
            <a:ext cx="73152" cy="9601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47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承認に時間がかかる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9227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承認者への連絡が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メール・電話で手間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2103120"/>
            <a:ext cx="73152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791456" y="1965960"/>
            <a:ext cx="0" cy="0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4572000" y="1901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</a:rPr>
              <a:t>▶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977640" y="2487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10X RFQで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7764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解決！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914400"/>
            <a:ext cx="3566160" cy="3749040"/>
          </a:xfrm>
          <a:prstGeom prst="rect">
            <a:avLst/>
          </a:prstGeom>
          <a:solidFill>
            <a:srgbClr val="0A1A3A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914400"/>
            <a:ext cx="3566160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941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10X RFQ で解決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クラウドで見積を一元管理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バージョン管理・履歴追跡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メール承認で即時決裁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PC・スマホ両対応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チームで権限管理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集計・分析ダッシュボード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1828800"/>
          </a:xfrm>
          <a:prstGeom prst="rect">
            <a:avLst/>
          </a:prstGeom>
          <a:solidFill>
            <a:srgbClr val="162247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0584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60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4128" y="1069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見積作成・管理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4128" y="1463040"/>
            <a:ext cx="18288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600200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品名・仕様・単価を入力し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見積書をすぐ作成。版管理も自動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868680"/>
            <a:ext cx="2743200" cy="1828800"/>
          </a:xfrm>
          <a:prstGeom prst="rect">
            <a:avLst/>
          </a:prstGeom>
          <a:solidFill>
            <a:srgbClr val="162247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86868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1005840"/>
            <a:ext cx="502920" cy="502920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960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68496" y="1069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68496" y="1463040"/>
            <a:ext cx="182880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328416" y="1600200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取引先情報を一元管理。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見積選択時にすぐ呼び出し可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868680"/>
            <a:ext cx="2743200" cy="1828800"/>
          </a:xfrm>
          <a:prstGeom prst="rect">
            <a:avLst/>
          </a:prstGeom>
          <a:solidFill>
            <a:srgbClr val="162247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868680"/>
            <a:ext cx="27432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1005840"/>
            <a:ext cx="502920" cy="502920"/>
          </a:xfrm>
          <a:prstGeom prst="ellipse">
            <a:avLst/>
          </a:prstGeom>
          <a:solidFill>
            <a:srgbClr val="059669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960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12864" y="1069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承認フロー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12864" y="1463040"/>
            <a:ext cx="18288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6272784" y="1600200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メールで承認依頼→クリック1つで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承認/差戻し。履歴も残る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162247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27432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3063240"/>
            <a:ext cx="502920" cy="502920"/>
          </a:xfrm>
          <a:prstGeom prst="ellipse">
            <a:avLst/>
          </a:prstGeom>
          <a:solidFill>
            <a:srgbClr val="D97706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24128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登録単価表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24128" y="3520440"/>
            <a:ext cx="1828800" cy="182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3657600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よく使う品目・単価を登録。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CSV一括取り込みにも対応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18688" y="2926080"/>
            <a:ext cx="2743200" cy="1828800"/>
          </a:xfrm>
          <a:prstGeom prst="rect">
            <a:avLst/>
          </a:prstGeom>
          <a:solidFill>
            <a:srgbClr val="162247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2926080"/>
            <a:ext cx="27432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3355848" y="3063240"/>
            <a:ext cx="502920" cy="502920"/>
          </a:xfrm>
          <a:prstGeom prst="ellipse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968496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集計・分析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968496" y="3520440"/>
            <a:ext cx="1828800" cy="182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3328416" y="3657600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期間別・顧客別に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見積金額を集計・可視化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63056" y="2926080"/>
            <a:ext cx="2743200" cy="1828800"/>
          </a:xfrm>
          <a:prstGeom prst="rect">
            <a:avLst/>
          </a:prstGeom>
          <a:solidFill>
            <a:srgbClr val="162247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63056" y="2926080"/>
            <a:ext cx="27432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0216" y="3063240"/>
            <a:ext cx="502920" cy="50292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00216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12864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ユーザー管理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912864" y="3520440"/>
            <a:ext cx="18288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6272784" y="3657600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特権管理者・管理者・一般の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3段階権限でセキュアに管理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承認フロー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487168"/>
            <a:ext cx="7772400" cy="457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554480"/>
            <a:ext cx="914400" cy="9144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29768" y="1325880"/>
            <a:ext cx="347472" cy="347472"/>
          </a:xfrm>
          <a:prstGeom prst="ellipse">
            <a:avLst/>
          </a:prstGeom>
          <a:solidFill>
            <a:srgbClr val="080F26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19072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見積作成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見積書を作成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40864" y="1554480"/>
            <a:ext cx="914400" cy="9144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40864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103120" y="1325880"/>
            <a:ext cx="347472" cy="347472"/>
          </a:xfrm>
          <a:prstGeom prst="ellipse">
            <a:avLst/>
          </a:prstGeom>
          <a:solidFill>
            <a:srgbClr val="080F26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2424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84832" y="25786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承認申請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84832" y="3035808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承認者のメール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アドレスを入力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14216" y="1554480"/>
            <a:ext cx="914400" cy="91440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14216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📬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776472" y="1325880"/>
            <a:ext cx="347472" cy="347472"/>
          </a:xfrm>
          <a:prstGeom prst="ellipse">
            <a:avLst/>
          </a:prstGeom>
          <a:solidFill>
            <a:srgbClr val="080F26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65776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58184" y="25786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メール通知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58184" y="3035808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承認者に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専用URLを送信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87568" y="1554480"/>
            <a:ext cx="914400" cy="91440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87568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👆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5449824" y="1325880"/>
            <a:ext cx="347472" cy="347472"/>
          </a:xfrm>
          <a:prstGeom prst="ellipse">
            <a:avLst/>
          </a:prstGeom>
          <a:solidFill>
            <a:srgbClr val="080F26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39128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31536" y="25786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 / 差戻し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31536" y="3035808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承認者がリンクを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クリックして回答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60920" y="1554480"/>
            <a:ext cx="914400" cy="9144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609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7123176" y="1325880"/>
            <a:ext cx="347472" cy="347472"/>
          </a:xfrm>
          <a:prstGeom prst="ellipse">
            <a:avLst/>
          </a:prstGeom>
          <a:solidFill>
            <a:srgbClr val="080F2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23176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04888" y="25786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結果通知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04888" y="3035808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申請者にメールで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結果が届く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71600" y="3931920"/>
            <a:ext cx="6400800" cy="685800"/>
          </a:xfrm>
          <a:prstGeom prst="rect">
            <a:avLst/>
          </a:prstGeom>
          <a:solidFill>
            <a:srgbClr val="0A1A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63040" y="39867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承認者はアカウント不要。メールリンクだけで承認・差戻しが完結します。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3段階の権限設計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606040" cy="3840480"/>
          </a:xfrm>
          <a:prstGeom prst="rect">
            <a:avLst/>
          </a:prstGeom>
          <a:solidFill>
            <a:srgbClr val="16224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2606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59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特権管理者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1463040"/>
            <a:ext cx="1508760" cy="274320"/>
          </a:xfrm>
          <a:prstGeom prst="rect">
            <a:avLst/>
          </a:prstGeom>
          <a:solidFill>
            <a:srgbClr val="080F2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SUPER ADMIN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全機能にアクセス可能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ユーザー追加・削除・設定変更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見積作成・管理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顧客管理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337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単価表管理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ユーザー管理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会社設定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297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集計・分析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822960"/>
            <a:ext cx="2606040" cy="3840480"/>
          </a:xfrm>
          <a:prstGeom prst="rect">
            <a:avLst/>
          </a:prstGeom>
          <a:solidFill>
            <a:srgbClr val="162247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822960"/>
            <a:ext cx="2606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859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40480" y="1463040"/>
            <a:ext cx="1508760" cy="274320"/>
          </a:xfrm>
          <a:prstGeom prst="rect">
            <a:avLst/>
          </a:prstGeom>
          <a:solidFill>
            <a:srgbClr val="080F2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ADMIN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見積・顧客・単価表を管理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ユーザーのパスワード変更も可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見積作成・管理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顧客管理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1568" y="3337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単価表管理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ユーザー管理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01568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会社設定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1568" y="4297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集計・分析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822960"/>
            <a:ext cx="2606040" cy="3840480"/>
          </a:xfrm>
          <a:prstGeom prst="rect">
            <a:avLst/>
          </a:prstGeom>
          <a:solidFill>
            <a:srgbClr val="162247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822960"/>
            <a:ext cx="2606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859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675120" y="1463040"/>
            <a:ext cx="1508760" cy="274320"/>
          </a:xfrm>
          <a:prstGeom prst="rect">
            <a:avLst/>
          </a:prstGeom>
          <a:solidFill>
            <a:srgbClr val="080F2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GENERAL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6364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見積の作成・確認・印刷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自分の個人設定のみ変更可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見積作成・管理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顧客管理（閲覧のみ）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36208" y="3337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単価表閲覧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ユーザー管理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会社設定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4297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集計・分析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モバイル対応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いつでも・どこでも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見積業務が完結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4846320" cy="457200"/>
          </a:xfrm>
          <a:prstGeom prst="rect">
            <a:avLst/>
          </a:prstGeom>
          <a:solidFill>
            <a:srgbClr val="162247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128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スマートフォン・タブレット完全対応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15768"/>
            <a:ext cx="4846320" cy="457200"/>
          </a:xfrm>
          <a:prstGeom prst="rect">
            <a:avLst/>
          </a:prstGeom>
          <a:solidFill>
            <a:srgbClr val="0F1D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5234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現場からリアルタイムで見積を確認・更新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55264"/>
            <a:ext cx="4846320" cy="457200"/>
          </a:xfrm>
          <a:prstGeom prst="rect">
            <a:avLst/>
          </a:prstGeom>
          <a:solidFill>
            <a:srgbClr val="162247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91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タップしやすい大きめUIで操作簡単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4846320" cy="457200"/>
          </a:xfrm>
          <a:prstGeom prst="rect">
            <a:avLst/>
          </a:prstGeom>
          <a:solidFill>
            <a:srgbClr val="0F1D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313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数値入力はカンマ自動フォーマット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34256"/>
            <a:ext cx="4846320" cy="457200"/>
          </a:xfrm>
          <a:prstGeom prst="rect">
            <a:avLst/>
          </a:prstGeom>
          <a:solidFill>
            <a:srgbClr val="162247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708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クラウドなのでどのデバイスでも最新データ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777240"/>
            <a:ext cx="2286000" cy="3931920"/>
          </a:xfrm>
          <a:prstGeom prst="rect">
            <a:avLst/>
          </a:prstGeom>
          <a:solidFill>
            <a:srgbClr val="101830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097280"/>
            <a:ext cx="2011680" cy="320040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850392"/>
            <a:ext cx="548640" cy="164592"/>
          </a:xfrm>
          <a:prstGeom prst="ellipse">
            <a:avLst/>
          </a:prstGeom>
          <a:solidFill>
            <a:srgbClr val="10183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1097280"/>
            <a:ext cx="201168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373368" y="11155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10X RFQ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82512" y="1490472"/>
            <a:ext cx="1956816" cy="420624"/>
          </a:xfrm>
          <a:prstGeom prst="rect">
            <a:avLst/>
          </a:prstGeom>
          <a:solidFill>
            <a:srgbClr val="1622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527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8"/>
                </a:solidFill>
              </a:rPr>
              <a:t>見積一覧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82512" y="1984248"/>
            <a:ext cx="1956816" cy="420624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0208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8"/>
                </a:solidFill>
              </a:rPr>
              <a:t>新規作成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82512" y="2478024"/>
            <a:ext cx="1956816" cy="420624"/>
          </a:xfrm>
          <a:prstGeom prst="rect">
            <a:avLst/>
          </a:prstGeom>
          <a:solidFill>
            <a:srgbClr val="162247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514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8"/>
                </a:solidFill>
              </a:rPr>
              <a:t>顧客管理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2971800"/>
            <a:ext cx="1956816" cy="420624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008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8"/>
                </a:solidFill>
              </a:rPr>
              <a:t>登録単価表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3465576"/>
            <a:ext cx="1956816" cy="420624"/>
          </a:xfrm>
          <a:prstGeom prst="rect">
            <a:avLst/>
          </a:prstGeom>
          <a:solidFill>
            <a:srgbClr val="162247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502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8"/>
                </a:solidFill>
              </a:rPr>
              <a:t>集計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51760" cy="3886200"/>
          </a:xfrm>
          <a:prstGeom prst="rect">
            <a:avLst/>
          </a:prstGeom>
          <a:solidFill>
            <a:srgbClr val="16224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005840"/>
            <a:ext cx="548640" cy="548640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96926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171907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認証・アクセス制御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240280"/>
            <a:ext cx="1554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3957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Auth による安全なログイン認証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9864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メールアドレス＋パスワード認証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40156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セッション管理・自動タイムアウト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90448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ロールベースアクセス制御 (RBAC)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22960"/>
            <a:ext cx="2651760" cy="3886200"/>
          </a:xfrm>
          <a:prstGeom prst="rect">
            <a:avLst/>
          </a:prstGeom>
          <a:solidFill>
            <a:srgbClr val="16224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22960"/>
            <a:ext cx="26517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005840"/>
            <a:ext cx="548640" cy="548640"/>
          </a:xfrm>
          <a:prstGeom prst="ellipse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96926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171907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データ保護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49040" y="2240280"/>
            <a:ext cx="155448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364992" y="23957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Level Security (RLS) でDB行レベル制御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89864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自社データは自社のみ参照可能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64992" y="340156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全通信 HTTPS/TLS 暗号化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390448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個人サイン画像はBase64でDBに保存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822960"/>
            <a:ext cx="2651760" cy="3886200"/>
          </a:xfrm>
          <a:prstGeom prst="rect">
            <a:avLst/>
          </a:prstGeom>
          <a:solidFill>
            <a:srgbClr val="16224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086600" y="1005840"/>
            <a:ext cx="548640" cy="548640"/>
          </a:xfrm>
          <a:prstGeom prst="ellipse">
            <a:avLst/>
          </a:prstGeom>
          <a:solidFill>
            <a:srgbClr val="059669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96926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44768" y="171907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運用・監査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2240280"/>
            <a:ext cx="155448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23957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ユーザー権限の3段階制御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289864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特権管理者のみユーザー管理可能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9632" y="340156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アカウント停止・削除機能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90448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承認フロー履歴の保存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3200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RFQ が実現する価値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931920" cy="1325880"/>
          </a:xfrm>
          <a:prstGeom prst="rect">
            <a:avLst/>
          </a:prstGeom>
          <a:solidFill>
            <a:srgbClr val="16224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27632"/>
            <a:ext cx="64008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07008" y="17647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スピードアップ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21762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見積作成・承認が最短当日完結。現場の待ち時間をゼロに。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627632"/>
            <a:ext cx="3931920" cy="1325880"/>
          </a:xfrm>
          <a:prstGeom prst="rect">
            <a:avLst/>
          </a:prstGeom>
          <a:solidFill>
            <a:srgbClr val="16224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27632"/>
            <a:ext cx="64008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04688" y="17647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ミス削減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04688" y="21762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単価表・顧客情報を一元管理。手書き転記ミスを根絶。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3931920" cy="1325880"/>
          </a:xfrm>
          <a:prstGeom prst="rect">
            <a:avLst/>
          </a:prstGeom>
          <a:solidFill>
            <a:srgbClr val="1622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82112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07008" y="33192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可視化・集計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37307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期間・顧客別の集計で営業戦略に活用できるデータに。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182112"/>
            <a:ext cx="3931920" cy="1325880"/>
          </a:xfrm>
          <a:prstGeom prst="rect">
            <a:avLst/>
          </a:prstGeom>
          <a:solidFill>
            <a:srgbClr val="16224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82112"/>
            <a:ext cx="64008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04688" y="33192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セキュア管理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04688" y="37307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役割別アクセス制御で情報漏洩リスクを最小化。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D3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RFQ  —  見積業務の10倍効率化を、現場から。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10X RFQ 説明資料</dc:title>
  <dc:subject>PptxGenJS Presentation</dc:subject>
  <dc:creator>PptxGenJS</dc:creator>
  <cp:lastModifiedBy>PptxGenJS</cp:lastModifiedBy>
  <cp:revision>1</cp:revision>
  <dcterms:created xsi:type="dcterms:W3CDTF">2026-04-29T23:57:31Z</dcterms:created>
  <dcterms:modified xsi:type="dcterms:W3CDTF">2026-04-29T23:57:31Z</dcterms:modified>
</cp:coreProperties>
</file>